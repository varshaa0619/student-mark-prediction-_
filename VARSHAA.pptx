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0605" y="0"/>
            <a:ext cx="10518140" cy="1834515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Achariya College of Engineering </a:t>
            </a:r>
            <a:br>
              <a:rPr lang="en-US" sz="4400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</a:br>
            <a:r>
              <a:rPr lang="en-US" sz="4400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and Technology</a:t>
            </a:r>
            <a:r>
              <a:rPr lang="en-US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58975"/>
            <a:ext cx="9144000" cy="669290"/>
          </a:xfrm>
        </p:spPr>
        <p:txBody>
          <a:bodyPr/>
          <a:lstStyle/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Programming for Problem Solving</a:t>
            </a:r>
            <a:endParaRPr lang="en-US" sz="4000"/>
          </a:p>
        </p:txBody>
      </p:sp>
      <p:sp>
        <p:nvSpPr>
          <p:cNvPr id="4" name="Text Box 3"/>
          <p:cNvSpPr txBox="1"/>
          <p:nvPr/>
        </p:nvSpPr>
        <p:spPr>
          <a:xfrm>
            <a:off x="1845945" y="2752725"/>
            <a:ext cx="10346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IN" sz="3600">
                <a:solidFill>
                  <a:srgbClr val="000000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: STUDENT MARK PREDICTION</a:t>
            </a:r>
            <a:endParaRPr lang="en-US" sz="3600"/>
          </a:p>
        </p:txBody>
      </p:sp>
      <p:sp>
        <p:nvSpPr>
          <p:cNvPr id="5" name="Text Box 4"/>
          <p:cNvSpPr txBox="1"/>
          <p:nvPr/>
        </p:nvSpPr>
        <p:spPr>
          <a:xfrm>
            <a:off x="761365" y="4093210"/>
            <a:ext cx="4064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Submitted to: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endParaRPr 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Dr.S.JEEVIDHA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604885" y="4093210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en-IN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eam</a:t>
            </a:r>
            <a:r>
              <a:rPr lang="en-I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</a:t>
            </a:r>
            <a:r>
              <a:rPr lang="en-US" altLang="en-IN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embers</a:t>
            </a:r>
            <a:r>
              <a:rPr lang="en-I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en-I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I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IN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en-I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K.VARSHAA</a:t>
            </a:r>
            <a:endParaRPr lang="en-I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                            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Student performance analysis is an important part of the education system.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Predicting student marks helps teachers identify weak and strong students.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This project uses Machine Learning to predict student academic performance.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" y="141605"/>
            <a:ext cx="10515600" cy="1325563"/>
          </a:xfrm>
        </p:spPr>
        <p:txBody>
          <a:bodyPr/>
          <a:p>
            <a:r>
              <a:rPr lang="en-US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Purpose of the System and Dataset: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580" y="1258570"/>
            <a:ext cx="11158220" cy="491871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PURPOSE:</a:t>
            </a:r>
            <a:endParaRPr lang="en-US"/>
          </a:p>
          <a:p>
            <a:pPr marL="0" indent="0">
              <a:buNone/>
            </a:pPr>
            <a:r>
              <a:rPr lang="en-US"/>
              <a:t>       </a:t>
            </a:r>
            <a:r>
              <a:rPr lang="en-US" sz="2220"/>
              <a:t> </a:t>
            </a:r>
            <a:r>
              <a:rPr lang="en-US" altLang="en-US" sz="2220"/>
              <a:t>The main purpose of this project is to predict student academic performance using Machine Learning.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The system helps in analyzing student study behavior and academic factors.</a:t>
            </a:r>
            <a:endParaRPr lang="en-US" altLang="en-US" sz="2220"/>
          </a:p>
          <a:p>
            <a:pPr marL="0" indent="0">
              <a:buNone/>
            </a:pPr>
            <a:r>
              <a:rPr lang="en-US"/>
              <a:t>DATASET: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sz="2220"/>
              <a:t> </a:t>
            </a:r>
            <a:r>
              <a:rPr lang="en-US" altLang="en-US" sz="2220"/>
              <a:t>The dataset helps the model learn the relationship between student activities and academic performance.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 It is used for: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             Training the model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             Testing the model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             Predicting future student marks</a:t>
            </a:r>
            <a:endParaRPr lang="en-US" altLang="en-US" sz="2220"/>
          </a:p>
          <a:p>
            <a:pPr marL="0" indent="0">
              <a:buNone/>
            </a:pPr>
            <a:r>
              <a:rPr lang="en-US" altLang="en-US" sz="2220"/>
              <a:t>                        The dataset improves prediction accuracy by providing sample student records</a:t>
            </a:r>
            <a:endParaRPr lang="en-US" altLang="en-US" sz="22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06980" y="102870"/>
            <a:ext cx="6010910" cy="6774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                             Algorithm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081520" y="1941830"/>
            <a:ext cx="406400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12.Get Student Details from User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13.Get Academic Inputs from User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14.Validate Assignment Marks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15.Validate Internal Marks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16.Prepare New Student Data for Prediction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17.Predict Final Marks Using Trained Model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18.Display Student Performance Report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19.Analyze Performance and Assign Grade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20.Generate AI Suggestions Based on Inputs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21.Display Final Suggestions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2605" y="2076450"/>
            <a:ext cx="406400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1.Start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2.Import Required Libraries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3.Create Student Dataset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4.Convert Dataset into DataFrame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5.Display Dataset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6.Select Input Features and Output Variable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7.Split Dataset into Training and Testing Data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8.Initialize Linear Regression Model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9.Train the Machine Learning Model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10.Predict Test Data Results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11.Calculate Mean Absolute Error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993900" cy="1325880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CODE: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6410" y="0"/>
            <a:ext cx="10287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dk1"/>
                </a:solidFill>
                <a:uFillTx/>
                <a:latin typeface="Times New Roman" panose="02020603050405020304" charset="0"/>
                <a:ea typeface="Times NR MT Pro"/>
                <a:cs typeface="Times New Roman" panose="02020603050405020304" charset="0"/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Smart Student Performance Prediction System successfully predicts a student’s final marks using Machine Learning with the help of academic factors such as study hours, attendance, assignment score, internal marks, and sleep hours.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project demonstrates how Data Science and Python can be used in the education field to analyze student performance and help students improve academically. It is a simple, effective, and beginner-friendly machine learning project suitable for PPS and mini project presentations.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2300</Words>
  <Application>WPS Presentation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Times NR MT Pro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Nithiananthan</cp:lastModifiedBy>
  <cp:revision>3</cp:revision>
  <dcterms:created xsi:type="dcterms:W3CDTF">2025-07-23T00:59:00Z</dcterms:created>
  <dcterms:modified xsi:type="dcterms:W3CDTF">2026-05-26T07:16:09Z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DD026E4B26B142CAA22FACAA78B02F7A_11</vt:lpwstr>
  </property>
  <property fmtid="{D5CDD505-2E9C-101B-9397-08002B2CF9AE}" pid="3" name="KSOProductBuildVer">
    <vt:lpwstr>1033-12.2.0.23202</vt:lpwstr>
  </property>
</Properties>
</file>